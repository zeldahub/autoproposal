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3A5F"/>
                </a:solidFill>
              </a:defRPr>
            </a:pPr>
            <a:r>
              <a:t>사업 제안서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Project UUID: 5f101ae6-3c7d-4a5e-abdf-ff522cefb284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사업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(LLM 생성 본문 자리)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기술 요구사항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(LLM 생성 본문 자리)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보안 요구사항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(LLM 생성 본문 자리)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