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3A5F"/>
                </a:solidFill>
              </a:defRPr>
            </a:pPr>
            <a:r>
              <a:t>사업 제안서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B82F6"/>
                </a:solidFill>
              </a:defRPr>
            </a:pPr>
            <a:r>
              <a:t>사업명: 에코드림 시범사업 정보화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</a:defRPr>
            </a:pPr>
            <a:r>
              <a:t>사업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(LLM 미사용 — 수동 보완 필요)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</a:defRPr>
            </a:pPr>
            <a:r>
              <a:t>기술 요구사항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기술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(LLM 미사용 — 수동 보완 필요)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